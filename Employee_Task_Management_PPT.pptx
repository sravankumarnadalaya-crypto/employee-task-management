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gerian" panose="04020705040A02060702" pitchFamily="82" charset="0"/>
      <p:regular r:id="rId13"/>
    </p:embeddedFont>
    <p:embeddedFont>
      <p:font typeface="Artifakt Element Black" panose="020B0A03050000020004" pitchFamily="34" charset="0"/>
      <p:bold r:id="rId14"/>
      <p:boldItalic r:id="rId15"/>
    </p:embeddedFont>
    <p:embeddedFont>
      <p:font typeface="Gabarito Bold" panose="020B0604020202020204" charset="0"/>
      <p:regular r:id="rId16"/>
    </p:embeddedFont>
    <p:embeddedFont>
      <p:font typeface="Red Hat Text" panose="020B0604020202020204" charset="0"/>
      <p:regular r:id="rId17"/>
    </p:embeddedFont>
    <p:embeddedFont>
      <p:font typeface="Red Hat Text Bold" panose="020B0604020202020204" charset="0"/>
      <p:regular r:id="rId18"/>
    </p:embeddedFont>
    <p:embeddedFont>
      <p:font typeface="Red Hat Text Medium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99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424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5689458" cy="6858000"/>
          </a:xfrm>
          <a:prstGeom prst="rect">
            <a:avLst/>
          </a:prstGeom>
          <a:solidFill>
            <a:srgbClr val="424D6B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388726"/>
            <a:ext cx="497827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ACADEMIC PROJECT REVIEW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1182" y="784838"/>
            <a:ext cx="4622684" cy="238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400" b="1" kern="100" spc="-160" dirty="0">
                <a:solidFill>
                  <a:srgbClr val="FFFFFF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Employee Task Management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11182" y="3138762"/>
            <a:ext cx="46226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shared MERN application for assigning, tracking, and managing employee work.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458" y="0"/>
            <a:ext cx="6502237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30CF61-852A-565A-B2CB-B6DFA3C436DB}"/>
              </a:ext>
            </a:extLst>
          </p:cNvPr>
          <p:cNvSpPr txBox="1"/>
          <p:nvPr/>
        </p:nvSpPr>
        <p:spPr>
          <a:xfrm>
            <a:off x="401320" y="4864038"/>
            <a:ext cx="559799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Presented by :</a:t>
            </a:r>
          </a:p>
          <a:p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N . Sravan Kumar – 25MVCSMR0692</a:t>
            </a:r>
          </a:p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N . Kamal Raj – 25MVCSMR0694</a:t>
            </a:r>
          </a:p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L . Yashwanth Yadav – 25MVCSMR0672</a:t>
            </a:r>
          </a:p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G . Akhil Chaithanya – 25MVCSMR0645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593612"/>
            <a:ext cx="113789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3F3E4C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1942578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b="1" kern="100" spc="-48" dirty="0">
                <a:solidFill>
                  <a:srgbClr val="3F3E4C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Untracked work becomes missed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1182" y="2618680"/>
            <a:ext cx="558786" cy="38100"/>
          </a:xfrm>
          <a:prstGeom prst="roundRect">
            <a:avLst>
              <a:gd name="adj" fmla="val 49999"/>
            </a:avLst>
          </a:prstGeom>
          <a:solidFill>
            <a:srgbClr val="424D6B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913955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When work is scattered, the team loses the thread between assignment, ownership, priority, and deadline.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3430191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1182" y="4103926"/>
            <a:ext cx="24637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3F3E4C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Scattered assignments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1182" y="4481711"/>
            <a:ext cx="246373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Requests live across chats, notes, and memory.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713" y="3430191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9713" y="4103926"/>
            <a:ext cx="24637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3F3E4C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Unclear ownership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479713" y="4481711"/>
            <a:ext cx="246373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 single view shows who is responsible.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3430191"/>
            <a:ext cx="539736" cy="539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8244" y="4103926"/>
            <a:ext cx="24637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3F3E4C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Shifting priorities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248244" y="4481711"/>
            <a:ext cx="246373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Urgent work can displace important work silently.</a:t>
            </a:r>
            <a:endParaRPr lang="en-US" sz="1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774" y="3430191"/>
            <a:ext cx="539736" cy="539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16774" y="4103926"/>
            <a:ext cx="24637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3F3E4C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Invisible deadlines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9016774" y="4481711"/>
            <a:ext cx="246373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Late work is discovered after the deadline has passed.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oundRect">
            <a:avLst>
              <a:gd name="adj" fmla="val 2045"/>
            </a:avLst>
          </a:prstGeom>
          <a:solidFill>
            <a:srgbClr val="DAB473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1395075"/>
            <a:ext cx="37591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48475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THE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1182" y="1776143"/>
            <a:ext cx="3403515" cy="258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200" b="1" kern="100" spc="-130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One system connects people to progress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11182" y="4527947"/>
            <a:ext cx="340351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Every assignment has an owner, a current state, and a next action that the team can see.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477" y="1916906"/>
            <a:ext cx="6553036" cy="3024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26258" y="2170084"/>
            <a:ext cx="2568579" cy="20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50" b="1" kern="100" spc="-18" dirty="0">
                <a:solidFill>
                  <a:srgbClr val="FFFFFF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Shared task system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202860" y="3574340"/>
            <a:ext cx="1100741" cy="2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50" b="1" kern="100" spc="-18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Employees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202860" y="3861171"/>
            <a:ext cx="1100741" cy="572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05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Clear responsibilities shown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621" y="3181637"/>
            <a:ext cx="275219" cy="2752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34519" y="3905608"/>
            <a:ext cx="1100741" cy="2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50" b="1" kern="100" spc="-18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Tasks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834519" y="4192438"/>
            <a:ext cx="1100741" cy="381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05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Defined next actions listed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279" y="3384780"/>
            <a:ext cx="275220" cy="2752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79283" y="3788541"/>
            <a:ext cx="1100741" cy="415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50" b="1" kern="100" spc="-18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Priorities and deadlines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8479283" y="4283293"/>
            <a:ext cx="1100741" cy="381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05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Due dates and urgency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938" y="3371674"/>
            <a:ext cx="275219" cy="2752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97835" y="3695912"/>
            <a:ext cx="1100742" cy="2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50" b="1" kern="100" spc="-18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Status visibility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0097835" y="3982742"/>
            <a:ext cx="1100742" cy="381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05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Managers see progress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7149" y="3188190"/>
            <a:ext cx="275219" cy="2752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56527"/>
            <a:ext cx="113789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3F3E4C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THE IMPLEMENTATION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505494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b="1" kern="100" spc="-48" dirty="0">
                <a:solidFill>
                  <a:srgbClr val="3F3E4C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The MERN stack fits the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1127621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Each layer has a clear responsibility, from the employee-facing interface to the records behind it.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1967706"/>
            <a:ext cx="5276718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7077" y="2831306"/>
            <a:ext cx="484492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React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27077" y="3263007"/>
            <a:ext cx="484492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Creates the focused interface for viewing and acting on work.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795" y="1643856"/>
            <a:ext cx="5276718" cy="1428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9689" y="2507456"/>
            <a:ext cx="484492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Node.js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19689" y="2939157"/>
            <a:ext cx="484492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Runs the server-side application logic.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4644727"/>
            <a:ext cx="5276718" cy="1428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7077" y="5508327"/>
            <a:ext cx="484492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927077" y="5940028"/>
            <a:ext cx="484492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Exposes REST APIs between the interface and data.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795" y="4320877"/>
            <a:ext cx="5276718" cy="1428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19689" y="5184477"/>
            <a:ext cx="484492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MongoDB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419689" y="5616178"/>
            <a:ext cx="484492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Stores employee and task records flexibly.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486727"/>
            <a:ext cx="113789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3F3E4C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THE DATA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835694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b="1" kern="100" spc="-48" dirty="0">
                <a:solidFill>
                  <a:srgbClr val="3F3E4C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Task records carry the details that matter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1457821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useful record turns an abstract request into work that can be owned, prioritized, and reviewed.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182" y="1923256"/>
          <a:ext cx="10769331" cy="914400"/>
        </p:xfrm>
        <a:graphic>
          <a:graphicData uri="http://schemas.openxmlformats.org/drawingml/2006/table">
            <a:tbl>
              <a:tblPr/>
              <a:tblGrid>
                <a:gridCol w="2369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2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F3E4C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Field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F3E4C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What it captures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F3E4C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Why it matters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Employee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B4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Who owns the work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B4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Creates clear accountability.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B4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Task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What needs to be done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Gives the team a shared description.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7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Priority and deadline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B4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What matters first and when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B4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Guides sequencing and follow-up.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B4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B4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Status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Where the work stands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8475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Makes progress visible at a glance.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7796" marR="177796" marT="139697" marB="139697" anchor="ctr">
                    <a:lnL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9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424D6B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1551543"/>
            <a:ext cx="431789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THE DAILY LOOP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58786" y="1932611"/>
            <a:ext cx="3886103" cy="258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200" b="1" kern="100" spc="-130" dirty="0">
                <a:solidFill>
                  <a:srgbClr val="FFFFFF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CRUD turns daily actions into a reliable loop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58786" y="4684415"/>
            <a:ext cx="388610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Records stay useful because the system supports the full life of the work.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57668" y="2052737"/>
            <a:ext cx="174809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Add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57668" y="2484438"/>
            <a:ext cx="174809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Create employees and tasks.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02" y="2313285"/>
            <a:ext cx="2231275" cy="223133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4613" y="2628404"/>
            <a:ext cx="322949" cy="3229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84718" y="1896269"/>
            <a:ext cx="174819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View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884718" y="2327970"/>
            <a:ext cx="174819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See assignments and current status.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9602" y="2313285"/>
            <a:ext cx="2231275" cy="223133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2519" y="2818309"/>
            <a:ext cx="322949" cy="3229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884718" y="3590925"/>
            <a:ext cx="174819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Update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9884718" y="4022626"/>
            <a:ext cx="174819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Change priority, deadline, or progress.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9602" y="2313285"/>
            <a:ext cx="2231275" cy="223133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2619" y="3906242"/>
            <a:ext cx="322949" cy="32295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57668" y="3590925"/>
            <a:ext cx="174809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484758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Manage</a:t>
            </a:r>
            <a:endParaRPr lang="en-US" sz="1700" dirty="0"/>
          </a:p>
        </p:txBody>
      </p:sp>
      <p:sp>
        <p:nvSpPr>
          <p:cNvPr id="19" name="Text 11"/>
          <p:cNvSpPr/>
          <p:nvPr/>
        </p:nvSpPr>
        <p:spPr>
          <a:xfrm>
            <a:off x="5257668" y="4022626"/>
            <a:ext cx="174809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Keep records aligned as work changes.</a:t>
            </a:r>
            <a:endParaRPr lang="en-US" sz="17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9602" y="2313285"/>
            <a:ext cx="2231275" cy="223133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44713" y="3716338"/>
            <a:ext cx="322949" cy="3229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12127"/>
            <a:ext cx="113789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3F3E4C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861094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b="1" kern="100" spc="-48" dirty="0">
                <a:solidFill>
                  <a:srgbClr val="3F3E4C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Role-based access protects the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1483221"/>
            <a:ext cx="1076933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Authentication separates manager capabilities from employee actions, so each person sees and changes only what their role requires.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1182" y="3895824"/>
            <a:ext cx="5232269" cy="2657376"/>
          </a:xfrm>
          <a:prstGeom prst="roundRect">
            <a:avLst>
              <a:gd name="adj" fmla="val 3441"/>
            </a:avLst>
          </a:prstGeom>
          <a:solidFill>
            <a:srgbClr val="DAB47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75" y="4175224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975" y="4742597"/>
            <a:ext cx="4622684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b="1" kern="100" spc="-33" dirty="0">
                <a:solidFill>
                  <a:srgbClr val="48475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Manager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5975" y="5207695"/>
            <a:ext cx="4622684" cy="105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Assign work and manage employee records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Set priorities and deadlines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Review progress across the team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8244" y="3895824"/>
            <a:ext cx="5232269" cy="2657376"/>
          </a:xfrm>
          <a:prstGeom prst="roundRect">
            <a:avLst>
              <a:gd name="adj" fmla="val 3441"/>
            </a:avLst>
          </a:prstGeom>
          <a:noFill/>
          <a:ln w="6350">
            <a:solidFill>
              <a:srgbClr val="B8916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386" y="4181574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9386" y="4748947"/>
            <a:ext cx="460998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b="1" kern="100" spc="-33" dirty="0">
                <a:solidFill>
                  <a:srgbClr val="3F3E4C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Employee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559386" y="5214045"/>
            <a:ext cx="4609985" cy="105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View assigned tasks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Update progress and status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Focus on the next required action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12127"/>
            <a:ext cx="701022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3F3E4C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THE USER EXPERIENCE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861094"/>
            <a:ext cx="6578435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b="1" kern="100" spc="-48" dirty="0">
                <a:solidFill>
                  <a:srgbClr val="3F3E4C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The dashboard makes status visible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1483221"/>
            <a:ext cx="657843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focused React interface brings assignments, priorities, deadlines, and task status into one scan-friendly view.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1182" y="2337891"/>
            <a:ext cx="2091181" cy="2022177"/>
          </a:xfrm>
          <a:prstGeom prst="roundRect">
            <a:avLst>
              <a:gd name="adj" fmla="val 4522"/>
            </a:avLst>
          </a:prstGeom>
          <a:solidFill>
            <a:srgbClr val="DAB473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544663"/>
            <a:ext cx="18879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2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ASSIGNED TO 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377" y="3020643"/>
            <a:ext cx="1684791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200" b="1" kern="100" spc="-156" dirty="0">
                <a:solidFill>
                  <a:srgbClr val="424D6B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12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377" y="3831134"/>
            <a:ext cx="188798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active tasks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54760" y="2337891"/>
            <a:ext cx="2091181" cy="2022177"/>
          </a:xfrm>
          <a:prstGeom prst="roundRect">
            <a:avLst>
              <a:gd name="adj" fmla="val 4522"/>
            </a:avLst>
          </a:prstGeom>
          <a:noFill/>
          <a:ln w="6350">
            <a:solidFill>
              <a:srgbClr val="B89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4304" y="2551013"/>
            <a:ext cx="18816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2" dirty="0">
                <a:solidFill>
                  <a:srgbClr val="585C5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DUE SOON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64304" y="3026993"/>
            <a:ext cx="1672092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200" b="1" kern="100" spc="-156" dirty="0">
                <a:solidFill>
                  <a:srgbClr val="424D6B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4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164304" y="3837484"/>
            <a:ext cx="188163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next deadlines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98337" y="2337891"/>
            <a:ext cx="2091280" cy="2022177"/>
          </a:xfrm>
          <a:prstGeom prst="roundRect">
            <a:avLst>
              <a:gd name="adj" fmla="val 4522"/>
            </a:avLst>
          </a:prstGeom>
          <a:noFill/>
          <a:ln w="6350">
            <a:solidFill>
              <a:srgbClr val="B89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7882" y="2551013"/>
            <a:ext cx="18817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2" dirty="0">
                <a:solidFill>
                  <a:srgbClr val="585C5D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 PROGRESS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07882" y="3026993"/>
            <a:ext cx="1672191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200" b="1" kern="100" spc="-156" dirty="0">
                <a:solidFill>
                  <a:srgbClr val="424D6B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7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407882" y="3837484"/>
            <a:ext cx="188173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48475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tasks moving</a:t>
            </a:r>
            <a:endParaRPr lang="en-US" sz="17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355600"/>
            <a:ext cx="3759106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0"/>
            <a:ext cx="10769331" cy="1803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57400"/>
            <a:ext cx="12191695" cy="4800600"/>
          </a:xfrm>
          <a:prstGeom prst="rect">
            <a:avLst/>
          </a:prstGeom>
          <a:solidFill>
            <a:srgbClr val="424D6B"/>
          </a:solidFill>
          <a:ln/>
        </p:spPr>
      </p:sp>
      <p:sp>
        <p:nvSpPr>
          <p:cNvPr id="4" name="Text 1"/>
          <p:cNvSpPr/>
          <p:nvPr/>
        </p:nvSpPr>
        <p:spPr>
          <a:xfrm>
            <a:off x="711182" y="2442527"/>
            <a:ext cx="113789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PROJECT OUTCOME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1182" y="2823595"/>
            <a:ext cx="10769331" cy="1294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200" b="1" kern="100" spc="-130" dirty="0">
                <a:solidFill>
                  <a:srgbClr val="FFFFFF"/>
                </a:solidFill>
                <a:latin typeface="Gabarito Bold" pitchFamily="34" charset="0"/>
                <a:ea typeface="Gabarito Bold" pitchFamily="34" charset="-122"/>
                <a:cs typeface="Gabarito Bold" pitchFamily="34" charset="-120"/>
              </a:rPr>
              <a:t>Success means clarity from assignment to completion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11182" y="4361200"/>
            <a:ext cx="200139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Demonstrate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1182" y="4738985"/>
            <a:ext cx="200139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MERN Stack development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017365" y="4361200"/>
            <a:ext cx="184909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017365" y="4738985"/>
            <a:ext cx="184909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MongoDB CRUD operations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171251" y="4361200"/>
            <a:ext cx="184909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Deliver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171251" y="4738985"/>
            <a:ext cx="184909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REST APIs with Node.js and Express.js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25137" y="4361200"/>
            <a:ext cx="184909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Provide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25137" y="4738985"/>
            <a:ext cx="184909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usable React frontend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479023" y="4361200"/>
            <a:ext cx="200139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kern="100" spc="-25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Present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479023" y="4738985"/>
            <a:ext cx="200139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Project information and results clearly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858619" y="4233565"/>
            <a:ext cx="12700" cy="1571526"/>
          </a:xfrm>
          <a:prstGeom prst="rect">
            <a:avLst/>
          </a:prstGeom>
          <a:solidFill>
            <a:srgbClr val="F3F2EC"/>
          </a:solidFill>
          <a:ln/>
        </p:spPr>
      </p:sp>
      <p:sp>
        <p:nvSpPr>
          <p:cNvPr id="17" name="Shape 14"/>
          <p:cNvSpPr/>
          <p:nvPr/>
        </p:nvSpPr>
        <p:spPr>
          <a:xfrm>
            <a:off x="5012505" y="4233565"/>
            <a:ext cx="12700" cy="1571526"/>
          </a:xfrm>
          <a:prstGeom prst="rect">
            <a:avLst/>
          </a:prstGeom>
          <a:solidFill>
            <a:srgbClr val="F3F2EC"/>
          </a:solidFill>
          <a:ln/>
        </p:spPr>
      </p:sp>
      <p:sp>
        <p:nvSpPr>
          <p:cNvPr id="18" name="Shape 15"/>
          <p:cNvSpPr/>
          <p:nvPr/>
        </p:nvSpPr>
        <p:spPr>
          <a:xfrm>
            <a:off x="7166391" y="4233565"/>
            <a:ext cx="12700" cy="1571526"/>
          </a:xfrm>
          <a:prstGeom prst="rect">
            <a:avLst/>
          </a:prstGeom>
          <a:solidFill>
            <a:srgbClr val="F3F2EC"/>
          </a:solidFill>
          <a:ln/>
        </p:spPr>
      </p:sp>
      <p:sp>
        <p:nvSpPr>
          <p:cNvPr id="19" name="Shape 16"/>
          <p:cNvSpPr/>
          <p:nvPr/>
        </p:nvSpPr>
        <p:spPr>
          <a:xfrm>
            <a:off x="9320277" y="4233565"/>
            <a:ext cx="12700" cy="1571526"/>
          </a:xfrm>
          <a:prstGeom prst="rect">
            <a:avLst/>
          </a:prstGeom>
          <a:solidFill>
            <a:srgbClr val="F3F2E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917EBC-A49C-ED90-A057-CA790AA90D40}"/>
              </a:ext>
            </a:extLst>
          </p:cNvPr>
          <p:cNvSpPr txBox="1"/>
          <p:nvPr/>
        </p:nvSpPr>
        <p:spPr>
          <a:xfrm>
            <a:off x="3305908" y="2610339"/>
            <a:ext cx="7065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8460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524</Words>
  <Application>Microsoft Office PowerPoint</Application>
  <PresentationFormat>Widescreen</PresentationFormat>
  <Paragraphs>117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Red Hat Text Medium</vt:lpstr>
      <vt:lpstr>Algerian</vt:lpstr>
      <vt:lpstr>Red Hat Text</vt:lpstr>
      <vt:lpstr>Arial</vt:lpstr>
      <vt:lpstr>Artifakt Element Black</vt:lpstr>
      <vt:lpstr>Gabarito Bold</vt:lpstr>
      <vt:lpstr>Red Hat Text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Sravan Kumar</dc:creator>
  <cp:lastModifiedBy>Sravan Kumar</cp:lastModifiedBy>
  <cp:revision>2</cp:revision>
  <dcterms:created xsi:type="dcterms:W3CDTF">2026-10-10T04:35:30Z</dcterms:created>
  <dcterms:modified xsi:type="dcterms:W3CDTF">2026-10-10T08:17:26Z</dcterms:modified>
</cp:coreProperties>
</file>